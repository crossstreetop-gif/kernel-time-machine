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56248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Time Machine · Samsung Android dumpstate replay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315200" y="66019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github.com/crossstreetop-gif/kernel-time-machine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6D9"/>
                </a:solidFill>
              </a:rPr>
              <a:t>WHAT IT DOES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A45"/>
                </a:solidFill>
              </a:rPr>
              <a:t>로그를 “읽는” 도구가 아니라, 장애 흐름을 “재생”하는 도구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</a:rPr>
              <a:t>dumpstate / watchdog / current log를 넣으면 이벤트를 뽑고, 원인 체인을 시간순으로 보여줍니다.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2971800" cy="4114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83664"/>
            <a:ext cx="786384" cy="310896"/>
          </a:xfrm>
          <a:prstGeom prst="roundRect">
            <a:avLst>
              <a:gd name="adj" fmla="val 17647"/>
            </a:avLst>
          </a:prstGeom>
          <a:solidFill>
            <a:srgbClr val="1666D9"/>
          </a:solidFill>
          <a:ln w="12700">
            <a:solidFill>
              <a:srgbClr val="166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5681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INPUT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A45"/>
                </a:solidFill>
              </a:rPr>
              <a:t>원본 로그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331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</a:rPr>
              <a:t>• dumpstate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</a:rPr>
              <a:t>• watchdog / current log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</a:rPr>
              <a:t>• kernel dmesg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</a:rPr>
              <a:t>• suspend / power log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041648"/>
            <a:ext cx="2331720" cy="1051560"/>
          </a:xfrm>
          <a:prstGeom prst="roundRect">
            <a:avLst>
              <a:gd name="adj" fmla="val 3478"/>
            </a:avLst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422452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10:21:13 watchdog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10:21:14 binder slow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10:21:17 panic...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3456432"/>
            <a:ext cx="438912" cy="384048"/>
          </a:xfrm>
          <a:prstGeom prst="chevron">
            <a:avLst/>
          </a:prstGeom>
          <a:solidFill>
            <a:srgbClr val="1666D9"/>
          </a:solidFill>
          <a:ln w="12700">
            <a:solidFill>
              <a:srgbClr val="1666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64592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7F0FF"/>
          </a:solidFill>
          <a:ln w="12700">
            <a:solidFill>
              <a:srgbClr val="9EC5FE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883664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3B5C8"/>
          </a:solidFill>
          <a:ln w="12700">
            <a:solidFill>
              <a:srgbClr val="13B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95681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ENGINE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61772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A45"/>
                </a:solidFill>
              </a:rPr>
              <a:t>분석 엔진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438912" cy="438912"/>
          </a:xfrm>
          <a:prstGeom prst="ellipse">
            <a:avLst/>
          </a:prstGeom>
          <a:solidFill>
            <a:srgbClr val="1666D9"/>
          </a:solidFill>
          <a:ln w="12700">
            <a:solidFill>
              <a:srgbClr val="166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8529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30368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A45"/>
                </a:solidFill>
              </a:rPr>
              <a:t>이벤트 추출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30368" y="29992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4546A"/>
                </a:solidFill>
              </a:rPr>
              <a:t>타임스탬프·키워드·severity 파싱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63440" y="3474720"/>
            <a:ext cx="438912" cy="43891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58444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30368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A45"/>
                </a:solidFill>
              </a:rPr>
              <a:t>룰 기반 매칭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30368" y="37307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4546A"/>
                </a:solidFill>
              </a:rPr>
              <a:t>알려진 장애 패턴과 대조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663440" y="4206240"/>
            <a:ext cx="438912" cy="43891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3159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30368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A45"/>
                </a:solidFill>
              </a:rPr>
              <a:t>AI 심화 분석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30368" y="44622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4546A"/>
                </a:solidFill>
              </a:rPr>
              <a:t>구조화 이벤트만 전달하여 환각 감소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4882896" y="3200400"/>
            <a:ext cx="0" cy="256032"/>
          </a:xfrm>
          <a:prstGeom prst="line">
            <a:avLst/>
          </a:prstGeom>
          <a:noFill/>
          <a:ln w="15240">
            <a:solidFill>
              <a:srgbClr val="A0AEC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82896" y="3931920"/>
            <a:ext cx="0" cy="256032"/>
          </a:xfrm>
          <a:prstGeom prst="line">
            <a:avLst/>
          </a:prstGeom>
          <a:noFill/>
          <a:ln w="15240">
            <a:solidFill>
              <a:srgbClr val="A0AEC0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617720" y="50474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기본 분석은 오프라인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AI 분석은 선택 옵션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65008" y="3456432"/>
            <a:ext cx="438912" cy="384048"/>
          </a:xfrm>
          <a:prstGeom prst="chevron">
            <a:avLst/>
          </a:prstGeom>
          <a:solidFill>
            <a:srgbClr val="1666D9"/>
          </a:solidFill>
          <a:ln w="12700">
            <a:solidFill>
              <a:srgbClr val="1666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0" y="1645920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61120" y="1883664"/>
            <a:ext cx="896112" cy="310896"/>
          </a:xfrm>
          <a:prstGeom prst="roundRect">
            <a:avLst>
              <a:gd name="adj" fmla="val 17647"/>
            </a:avLst>
          </a:prstGeom>
          <a:solidFill>
            <a:srgbClr val="1666D9"/>
          </a:solidFill>
          <a:ln w="12700">
            <a:solidFill>
              <a:srgbClr val="1666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34272" y="1956816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OUTPUT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89611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A45"/>
                </a:solidFill>
              </a:rPr>
              <a:t>재생 결과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961120" y="26700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</a:rPr>
              <a:t>타임라인 카드 클릭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</a:rPr>
              <a:t>→ 원본 로그 line으로 점프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217152" y="3401568"/>
            <a:ext cx="228600" cy="228600"/>
          </a:xfrm>
          <a:prstGeom prst="ellipse">
            <a:avLst/>
          </a:prstGeom>
          <a:solidFill>
            <a:srgbClr val="1666D9"/>
          </a:solidFill>
          <a:ln w="12700">
            <a:solidFill>
              <a:srgbClr val="1666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64624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A45"/>
                </a:solidFill>
              </a:rPr>
              <a:t>suspend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331452" y="3630168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17152" y="3813048"/>
            <a:ext cx="228600" cy="228600"/>
          </a:xfrm>
          <a:prstGeom prst="ellipse">
            <a:avLst/>
          </a:prstGeom>
          <a:solidFill>
            <a:srgbClr val="1666D9"/>
          </a:solidFill>
          <a:ln w="12700">
            <a:solidFill>
              <a:srgbClr val="1666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64624" y="3794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A45"/>
                </a:solidFill>
              </a:rPr>
              <a:t>binder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331452" y="4041648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17152" y="4224528"/>
            <a:ext cx="228600" cy="2286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64624" y="4206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A45"/>
                </a:solidFill>
              </a:rPr>
              <a:t>watchdog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9331452" y="4453128"/>
            <a:ext cx="0" cy="18288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7152" y="4636008"/>
            <a:ext cx="228600" cy="2286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64624" y="4617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A45"/>
                </a:solidFill>
              </a:rPr>
              <a:t>panic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961120" y="50749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70848" y="521208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53E3E"/>
                </a:solidFill>
              </a:rPr>
              <a:t>Root Cause + 근거 + 수정방향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68680" y="59893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A45"/>
                </a:solidFill>
              </a:rPr>
              <a:t>발표 한 줄: “수십만 줄 로그를 원인 후보별 재현 시나리오로 바꿔주는 타임라인 디버거입니다.”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6D9"/>
                </a:solidFill>
              </a:rPr>
              <a:t>HOW TO READ THE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A45"/>
                </a:solidFill>
              </a:rPr>
              <a:t>예시: Watchdog 장애가 발생하기까지의 인과 타임라인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241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</a:rPr>
              <a:t>왼쪽은 “시간 흐름”, 오른쪽은 “왜 이 원인이라고 보는지”를 분리해 보여줍니다.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69037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901952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1666D9"/>
          </a:solidFill>
          <a:ln w="12700">
            <a:solidFill>
              <a:srgbClr val="1666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97510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REPLAY TIMELINE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1243584" y="2779776"/>
            <a:ext cx="0" cy="329184"/>
          </a:xfrm>
          <a:prstGeom prst="line">
            <a:avLst/>
          </a:prstGeom>
          <a:noFill/>
          <a:ln w="15240">
            <a:solidFill>
              <a:srgbClr val="A0AE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2487168"/>
            <a:ext cx="329184" cy="329184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4597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666D9"/>
                </a:solidFill>
              </a:rPr>
              <a:t>10:21:01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2514600" y="24323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A45"/>
                </a:solidFill>
              </a:rPr>
              <a:t>suspend exit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26280" y="245973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4546A"/>
                </a:solidFill>
              </a:rPr>
              <a:t>절전 복귀 직후 커널 이벤트 시작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243584" y="3401568"/>
            <a:ext cx="0" cy="329184"/>
          </a:xfrm>
          <a:prstGeom prst="line">
            <a:avLst/>
          </a:prstGeom>
          <a:noFill/>
          <a:ln w="15240">
            <a:solidFill>
              <a:srgbClr val="A0AE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3108960"/>
            <a:ext cx="329184" cy="32918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081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666D9"/>
                </a:solidFill>
              </a:rPr>
              <a:t>10:21:05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2514600" y="3054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A45"/>
                </a:solidFill>
              </a:rPr>
              <a:t>CPU / binder delay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526280" y="30815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4546A"/>
                </a:solidFill>
              </a:rPr>
              <a:t>system_server 응답 지연 신호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1243584" y="4023360"/>
            <a:ext cx="0" cy="329184"/>
          </a:xfrm>
          <a:prstGeom prst="line">
            <a:avLst/>
          </a:prstGeom>
          <a:noFill/>
          <a:ln w="15240">
            <a:solidFill>
              <a:srgbClr val="A0AE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992" y="3730752"/>
            <a:ext cx="329184" cy="32918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703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666D9"/>
                </a:solidFill>
              </a:rPr>
              <a:t>10:21:09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2514600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A45"/>
                </a:solidFill>
              </a:rPr>
              <a:t>watchdog wait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526280" y="37033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4546A"/>
                </a:solidFill>
              </a:rPr>
              <a:t>핸들러가 timeout threshold에 접근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1243584" y="4645152"/>
            <a:ext cx="0" cy="329184"/>
          </a:xfrm>
          <a:prstGeom prst="line">
            <a:avLst/>
          </a:prstGeom>
          <a:noFill/>
          <a:ln w="15240">
            <a:solidFill>
              <a:srgbClr val="A0AE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4352544"/>
            <a:ext cx="329184" cy="32918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43251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666D9"/>
                </a:solidFill>
              </a:rPr>
              <a:t>10:21:12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514600" y="4297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A45"/>
                </a:solidFill>
              </a:rPr>
              <a:t>watchdog trigger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4526280" y="43251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4546A"/>
                </a:solidFill>
              </a:rPr>
              <a:t>서비스 응답 불가 판단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078992" y="4974336"/>
            <a:ext cx="329184" cy="32918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946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666D9"/>
                </a:solidFill>
              </a:rPr>
              <a:t>10:21:16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2514600" y="4919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2A45"/>
                </a:solidFill>
              </a:rPr>
              <a:t>kernel panic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4526280" y="494690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4546A"/>
                </a:solidFill>
              </a:rPr>
              <a:t>최종 장애 이벤트 발생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005840" y="5504688"/>
            <a:ext cx="6126480" cy="384048"/>
          </a:xfrm>
          <a:prstGeom prst="roundRect">
            <a:avLst>
              <a:gd name="adj" fmla="val 11905"/>
            </a:avLst>
          </a:prstGeom>
          <a:solidFill>
            <a:srgbClr val="FFF5F5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5632704"/>
            <a:ext cx="5797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53E3E"/>
                </a:solidFill>
              </a:rPr>
              <a:t>추론 결과: suspend 복귀 이후 binder/system_server 지연이 누적되어 watchdog → panic으로 연결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909560" y="164592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  <a:effectLst>
            <a:outerShdw sx="100000" sy="100000" kx="0" ky="0" algn="bl" rotWithShape="0" blurRad="12700" dist="50800" dir="2700000">
              <a:srgbClr val="D7DEE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0" y="1901952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13B5C8"/>
          </a:solidFill>
          <a:ln w="12700">
            <a:solidFill>
              <a:srgbClr val="13B5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02752" y="197510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WHAT USER SEES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229600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A45"/>
                </a:solidFill>
              </a:rPr>
              <a:t>분석 결과 화면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229600" y="2770632"/>
            <a:ext cx="2816352" cy="658368"/>
          </a:xfrm>
          <a:prstGeom prst="roundRect">
            <a:avLst>
              <a:gd name="adj" fmla="val 5556"/>
            </a:avLst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94192" y="29077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55A"/>
                </a:solidFill>
              </a:rPr>
              <a:t>1. Root Cause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394192" y="311810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546A"/>
                </a:solidFill>
              </a:rPr>
              <a:t>가장 가능성 높은 원인 1개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229600" y="3639312"/>
            <a:ext cx="2816352" cy="658368"/>
          </a:xfrm>
          <a:prstGeom prst="roundRect">
            <a:avLst>
              <a:gd name="adj" fmla="val 5556"/>
            </a:avLst>
          </a:prstGeom>
          <a:solidFill>
            <a:srgbClr val="EBF8FF"/>
          </a:solidFill>
          <a:ln w="12700">
            <a:solidFill>
              <a:srgbClr val="90CD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377647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6D9"/>
                </a:solidFill>
              </a:rPr>
              <a:t>2. Evidence Lines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394192" y="398678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546A"/>
                </a:solidFill>
              </a:rPr>
              <a:t>근거 로그 line으로 바로 이동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229600" y="4507992"/>
            <a:ext cx="2816352" cy="658368"/>
          </a:xfrm>
          <a:prstGeom prst="roundRect">
            <a:avLst>
              <a:gd name="adj" fmla="val 5556"/>
            </a:avLst>
          </a:prstGeom>
          <a:solidFill>
            <a:srgbClr val="FAF5FF"/>
          </a:solidFill>
          <a:ln w="12700">
            <a:solidFill>
              <a:srgbClr val="D6BC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94192" y="464515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46C1"/>
                </a:solidFill>
              </a:rPr>
              <a:t>3. Fix Direction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394192" y="485546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546A"/>
                </a:solidFill>
              </a:rPr>
              <a:t>확인/수정해야 할 코드·모듈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193024" y="5440680"/>
            <a:ext cx="2907792" cy="329184"/>
          </a:xfrm>
          <a:prstGeom prst="roundRect">
            <a:avLst>
              <a:gd name="adj" fmla="val 13889"/>
            </a:avLst>
          </a:prstGeom>
          <a:solidFill>
            <a:srgbClr val="20304A"/>
          </a:solidFill>
          <a:ln w="12700">
            <a:solidFill>
              <a:srgbClr val="2030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5559552"/>
            <a:ext cx="2651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Demo: HTML 열기 → 샘플 선택 → 룰 분석 클릭</a:t>
            </a:r>
            <a:endParaRPr lang="en-US" sz="6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0AE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Time Machine - Clear 2 Slide Deck</dc:title>
  <dc:subject>Kernel Time Machine presentation</dc:subject>
  <dc:creator>OpenAI</dc:creator>
  <cp:lastModifiedBy>OpenAI</cp:lastModifiedBy>
  <cp:revision>1</cp:revision>
  <dcterms:created xsi:type="dcterms:W3CDTF">2026-06-23T05:22:17Z</dcterms:created>
  <dcterms:modified xsi:type="dcterms:W3CDTF">2026-06-23T05:22:17Z</dcterms:modified>
</cp:coreProperties>
</file>